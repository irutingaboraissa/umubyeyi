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899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24B63"/>
                </a:solidFill>
              </a:defRPr>
            </a:pPr>
            <a:r>
              <a:t>Umubyeyi</a:t>
            </a:r>
          </a:p>
          <a:p>
            <a:pPr algn="ctr">
              <a:defRPr sz="2400">
                <a:solidFill>
                  <a:srgbClr val="302A32"/>
                </a:solidFill>
              </a:defRPr>
            </a:pPr>
            <a:r>
              <a:t>A bilingual first-time-mother emotional-well-being assistant</a:t>
            </a:r>
          </a:p>
          <a:p>
            <a:pPr algn="ctr">
              <a:defRPr sz="1600">
                <a:solidFill>
                  <a:srgbClr val="716874"/>
                </a:solidFill>
              </a:defRPr>
            </a:pPr>
            <a:r>
              <a:t>Raissa Irutingabo • Mission Capstone Defense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1. Problem and intended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The first months after childbirth can involve sadness, anxiety, guilt, isolation and exhaustion.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Kinyarwanda-speaking mothers have limited access to culturally reviewed digital support.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The assistant must support the mother while refusing diagnosis, emergency care and unrelated requests.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Mission: accessible bilingual support with transparent evidence and human referral boundaries.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2. Literature synthesis and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Maternal chatbots mostly emphasize pregnancy, clinical tracking, or English-speaking populations.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African-language performance and reviewed Kinyarwanda resources remain limited.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Generative flexibility creates risk when health responses are unsupported.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Gap: bilingual postpartum emotional support combining screening research, evidence grounding and deterministic safety.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3. Objectives and strict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Train and compare seven classifiers on licensed postpartum participant data.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Build a practical reduced-input, non-diagnostic guided check-in.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Support reformulated English and Kinyarwanda emotional messages through retrieval by similarity.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Place crisis, acute-health, baby-care and unrelated-topic rules before generation.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Evaluate with held-out metrics, automated tests, benchmarks and transparent limitations.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4. Dataset and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800 postpartum participants from Bangladesh • 70 source columns • CC BY 4.0.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Target: EPDS High = elevated; Low/Medium = not elevated (350 vs 450).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Concurrent EPDS/PHQ questions, totals and derived labels excluded to prevent leakage.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46 retained predictors • stratified 560/120/120 split • seed 42.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Limitation: not Rwanda-specific, not first-time-only, and up to 24 months postpartum.</a:t>
            </a:r>
          </a:p>
        </p:txBody>
      </p:sp>
      <p:pic>
        <p:nvPicPr>
          <p:cNvPr id="4" name="Picture 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34721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5. Methodology and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Numeric: median imputation + standardisation.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Categorical: most-frequent imputation + one-hot encoding.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Seven candidates: Dummy, LR, Tree, RF, Extra Trees, SVM and KNN.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Winner selected using validation F1 for the elevated class.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Only the selected configuration evaluated on untouched test data.</a:t>
            </a:r>
          </a:p>
        </p:txBody>
      </p:sp>
      <p:pic>
        <p:nvPicPr>
          <p:cNvPr id="4" name="Picture 3" descr="05_validation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2593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6. Full-model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Random Forest selected • 46 predictors.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Accuracy 0.8083 • Precision 0.7679.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Recall 0.8113 • F1 0.7890.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43/53 elevated cases detected; 10 missed; 13 false alerts.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Held-out performance is screening research, not diagnosis.</a:t>
            </a:r>
          </a:p>
        </p:txBody>
      </p:sp>
      <p:pic>
        <p:nvPicPr>
          <p:cNvPr id="4" name="Picture 3" descr="06_selected_model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4331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7. Practical guided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Same seven algorithm families compared using 15 understandable inputs.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Logistic Regression selected by validation F1.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Accuracy 0.7667 • Precision 0.7049.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Recall 0.8113 • F1 0.7544.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Same recall as the full model, with more false alerts but much lower input burden.</a:t>
            </a:r>
          </a:p>
        </p:txBody>
      </p:sp>
      <p:pic>
        <p:nvPicPr>
          <p:cNvPr id="4" name="Picture 3" descr="06_selected_model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43313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8. Current system architecture</a:t>
            </a:r>
          </a:p>
        </p:txBody>
      </p:sp>
      <p:pic>
        <p:nvPicPr>
          <p:cNvPr id="3" name="Picture 2" descr="system_architecture_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201400" cy="6266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9. Functional and testing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32 automated tests: unit, parameterized, boundary, invalid-input, offline and HTTP integration.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English/RW retrieval, crisis routing, referrals, scope rejection and check-in contract verified.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Production Next.js build passes.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100-run fallback benchmark: retrieval median 3–4 ms; check-in median 15.3 ms.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Demo values: emotional, reformulated, Kinyarwanda, crisis, clinical, unrelated and check-in.</a:t>
            </a:r>
          </a:p>
        </p:txBody>
      </p:sp>
      <p:pic>
        <p:nvPicPr>
          <p:cNvPr id="4" name="Picture 3" descr="conversation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2417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10. What was trained—and what was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Trained here: two seven-model screening experiments and saved selected pipelines.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Built here: preprocessing, retrieval, safety policy, API integration, OOP services and interface.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Ollama model: pretrained Gemma 3 4B with project instructions; weights were not fine-tuned.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Participant rows are structured risk-factor data, not conversation examples.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A reviewed bilingual conversation corpus is required before defensible fine-tuning.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11. Results, limitations and real-world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Technically functioning prototype with held-out model evaluation and reproducible evidence.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No clinical diagnosis, calibration or validation for Rwanda is claimed.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Kinyarwanda passages require native-speaker and maternal-health review.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No formal field study with postpartum mothers has yet been completed.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Safety rules and retrieval reduce risk but do not replace professional support.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12. Recommendations and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Collect Rwanda-specific data through an ethically approved study.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Conduct native-speaker, health-professional and usability review.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Compare multilingual semantic embeddings with character TF-IDF.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Evaluate calibration, fairness, false-negative risk and resource usage.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Create a reviewed bilingual conversation corpus before LoRA/QLoRA fine-tuning.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Impact: a transparent foundation for safe, locally operated maternal-support research.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Thank you —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16874"/>
                </a:solidFill>
              </a:defRPr>
            </a:pPr>
            <a:r>
              <a:t>Umubyeyi • support the mother • stay within evidence • refer when uncertain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Core distinction: screening prediction and emotional-support conversation are separate tasks.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Key result: strong recall with transparent limitations and safe referral boundaries.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Live demonstration: bilingual reformulation • check-in • safety • fallback.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